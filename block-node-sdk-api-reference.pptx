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3B07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@ohmpathorn/block-node-client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— All Endpoints &amp; Fields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Block Node SDK  •  v0.1.0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440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Node v0.37.1  •  Testnet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gRPC endpoints, fully decoded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01168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serverStatus()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BlockNodeService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— first/last block, node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serverStatusDetail()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BlockNodeService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Versions, block ranges, installed plugins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getBlock()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BlockAccessService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 single block by number or latest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subscribeBlockStream()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Server-streaming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BlockStreamSubscribeService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or historical block stream with callbacks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5029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uint64 fields are returned as JavaScript BigInt (e.g. 38000000n)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serverStatus()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health check — call this 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645920"/>
                <a:gridCol w="3474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firstAvailableBlock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38000000n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Oldest block the node can 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lastAvailableBlock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38886747n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block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nextExpectedBlock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block to be written (0 = not reported)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onlyLatestState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only the latest state is stored (false = full history)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solidFill>
            <a:srgbClr val="F5F0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const status = await client.serverStatus();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serverStatusDetail() — Version Information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protocol versions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3108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versionInformation.streamProtoVersion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major, minor, patch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major:0, minor:73, patch:0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versionInformation.blockNodeVersion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major, minor, patch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major:0, minor:37, patch:1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versionInformation.installedPluginVersions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PluginVersion[]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plugins (see next slide)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availableRanges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rangeStart, rangeEnd }[]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[{ rangeStart:38000000n, rangeEnd:38886747n }]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storedRanges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rangeStart, rangeEnd }[]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 (empty — same as available)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tssData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returned by v0.37.1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nodeAddressBook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returned by v0.37.1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serverStatusDetail() — Installed Plugins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plugins returned by v0.37.1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ID (suffix)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messaging.BlockMessagingFacilityImpl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app.HistoricalBlockFacilityImpl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blocks.files.recent.BlockFileRecentPlugin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blocks.files.historic.BlockFileHistoricPlugin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stream.subscriber.SubscriberServicePlugin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roster.bootstrap.tss.RosterBootstrapTssPlugin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health.HealthServicePlugin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verification.VerificationServicePlugin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backfill.BackfillPlugin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roster.bootstrap.rsa.RsaRosterBootstrapPlugin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access.service.BlockAccessServicePlugin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server.status.ServerStatusServicePlugin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stream.publisher.StreamPublisherPlugin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5989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prefixed with: org.hiero.block.node.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getBlock()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single block by number or latest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BlockResponseCode (number)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0=UNKNOWN 1=SUCCESS 2=INVALID_REQUEST 3=ERROR 4=NOT_FOUND 5=NOT_AVAILABLE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status e.g. "SUCCESS"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BlockItem[] |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of decoded block items (see following slides)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options: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5303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blockNumber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client.getBlock({ blockNumber: 38764703n })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retrieveLatest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client.getBlock({ retrieveLatest: true })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Item Kinds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has: kind · payload · raw (Buffer)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block_header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item in every 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stream — gossip event metadata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round_header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RoundHeader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stream — consensus round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stream — one per transaction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stream — one per transaction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stream — state tables modified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filtered_item_hash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FilteredItemHash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streams — hash placeholder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block_proof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BlockProof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item in every 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record_file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blocks (pre-HIP-1056)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address_book_proof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AddressBookProof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blocks — address book hashes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Item Payloads — block_header &amp; record_file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block_header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hapiProtoVersion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major, minor, patch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major, minor, patch } |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previousBlockHash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(48 bytes)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firstTransactionConsensusTime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|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record_file  (historical blocks)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 { seconds, nanos, toDate()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transactions[].type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 e.g. "CRYPTO_TRANSFER"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transactions[].transactionId.toString()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"0.0.945@1784053965.774000665"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transactions[].transactionId.accountId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shardNum, realmNum, accountNum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transactions[].memo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|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Item Payloads — event_transaction &amp; transaction_result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stream blocks 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event_transaction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"application" | "system"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 e.g. "CRYPTO_TRANSFER"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TransactionId  { accountId, transactionValidStart, scheduled, nonce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|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— full raw transaction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transaction_result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statusName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/ string  e.g. 22 / "SUCCESS"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 { seconds, nanos, toDate()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 (tinybars)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payerAccountId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AccountId  { shardNum, realmNum, accountNum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(48 bytes SHA-384)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Transfer[]  { accountId, amount: bigint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Item Payloads — block_proof &amp; address_book_proof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block_proof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 — block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previousBlockRootHash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 — SHA-384 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startOfBlockStateRootHash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 — SHA-384 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blockSignature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 — TSS aggregated signature (~1.5 KB)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siblingHashes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Buffer[]  — Merkle sibling hashes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address_book_proof  (historical blocks only)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486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previousAddressBookHash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 — SHA-384 hash of previous network address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currentAddressBookHash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 — SHA-384 hash of current network address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 — SHA-384 ledger 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subscribeBlockStream()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Server-streaming — returns StreamHandle with cancel()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07592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4206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startBlockNumber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|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block to 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endBlockNumber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 | number | undefined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block (0 or omit = live open-ended stream)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2423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79192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fired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(code: SubscribeStreamCode, name: string) =&gt; 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after stream opens — code 1 = SUCCESS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(blockNumber: bigint, items: BlockItem[]) =&gt; 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complete block (after end_of_block)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(err: Error) =&gt; 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stream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() =&gt; 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stream ends or is 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5349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SubscribeStreamCode:  0=UNKNOWN  1=SUCCESS  2=INVALID_REQUEST  3=ERROR  4=INVALID_START_BLOCK_NUMBER  5=INVALID_END_BLOCK_NUMBER  6=NOT_AVAILABLE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Endpoints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40840 — TLS or plaintext (USE_INSECURE=1)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12192000" cy="45720"/>
          </a:xfrm>
          <a:prstGeom prst="rect">
            <a:avLst/>
          </a:prstGeom>
          <a:solidFill>
            <a:srgbClr val="8B5CF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949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s01.test.blk.ams.lat.ope.eng.hashgraph.io:40840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s01.test.blk.sgp.lat.ope.eng.hashgraph.io:40840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s01.test.blk.chi.lat.ope.eng.hashgraph.io:40840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lfh01.testnet.blocknode.hashgraph-devops.com:40840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657600"/>
            <a:ext cx="8412480" cy="402336"/>
          </a:xfrm>
          <a:prstGeom prst="rect">
            <a:avLst/>
          </a:prstGeom>
          <a:solidFill>
            <a:srgbClr val="F5F0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@ohmpathorn/block-node-client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160520"/>
            <a:ext cx="8412480" cy="402336"/>
          </a:xfrm>
          <a:prstGeom prst="rect">
            <a:avLst/>
          </a:prstGeom>
          <a:solidFill>
            <a:srgbClr val="F5F0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 = new BlockNodeClient({ endpoint: 's01.test.blk.ams.lat.ope.eng.hashgraph.io:40840' });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5577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npmjs.com/package/@ohmpathorn/block-node-client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Node Client — API Reference</dc:title>
  <dc:subject>API Reference</dc:subject>
  <dc:creator>Hedera Block Node SDK</dc:creator>
  <cp:lastModifiedBy>Hedera Block Node SDK</cp:lastModifiedBy>
  <cp:revision>1</cp:revision>
  <dcterms:created xsi:type="dcterms:W3CDTF">2026-08-06T06:48:01Z</dcterms:created>
  <dcterms:modified xsi:type="dcterms:W3CDTF">2026-08-06T06:48:01Z</dcterms:modified>
</cp:coreProperties>
</file>